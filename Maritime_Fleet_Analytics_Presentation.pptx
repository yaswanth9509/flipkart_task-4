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Maritime Fleet Performance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Overview &amp; System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system for analyzing maritime vessel performance</a:t>
            </a:r>
          </a:p>
          <a:p>
            <a:pPr lvl="1"/>
            <a:r>
              <a:t>Integrates operational, fuel, environmental, and maintenance data</a:t>
            </a:r>
          </a:p>
          <a:p>
            <a:pPr lvl="1"/>
            <a:r>
              <a:t>Produces KPIs, risk scores, and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fleet performance monitoring</a:t>
            </a:r>
          </a:p>
          <a:p>
            <a:pPr lvl="1"/>
            <a:r>
              <a:t>Identify risks and maintenance needs</a:t>
            </a:r>
          </a:p>
          <a:p>
            <a:pPr lvl="1"/>
            <a:r>
              <a:t>Improve fuel efficiency and operations</a:t>
            </a:r>
          </a:p>
          <a:p>
            <a:pPr lvl="1"/>
            <a:r>
              <a:t>Support decision-making with reports and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app.py – Interactive CLI</a:t>
            </a:r>
          </a:p>
          <a:p>
            <a:pPr lvl="1"/>
            <a:r>
              <a:t>core_data_pipeline.py – Data generation &amp; integration</a:t>
            </a:r>
          </a:p>
          <a:p>
            <a:pPr lvl="1"/>
            <a:r>
              <a:t>analytics_engine.py – Metrics &amp; risk analysis</a:t>
            </a:r>
          </a:p>
          <a:p>
            <a:pPr lvl="1"/>
            <a:r>
              <a:t>output_manager.py – Validation &amp;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Generates or loads vessel, navigation, environment, fuel, maintenance data</a:t>
            </a:r>
          </a:p>
          <a:p>
            <a:pPr lvl="1"/>
            <a:r>
              <a:t>Merges all datasets into unified dataset</a:t>
            </a:r>
          </a:p>
          <a:p>
            <a:pPr lvl="1"/>
            <a:r>
              <a:t>Calculates derived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Fuel efficiency metrics</a:t>
            </a:r>
          </a:p>
          <a:p>
            <a:pPr lvl="1"/>
            <a:r>
              <a:t>Operational performance metrics</a:t>
            </a:r>
          </a:p>
          <a:p>
            <a:pPr lvl="1"/>
            <a:r>
              <a:t>Engine health analysis</a:t>
            </a:r>
          </a:p>
          <a:p>
            <a:pPr lvl="1"/>
            <a:r>
              <a:t>Environmental impact metrics</a:t>
            </a:r>
          </a:p>
          <a:p>
            <a:pPr lvl="1"/>
            <a:r>
              <a:t>Composite risk scoring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Validates data quality</a:t>
            </a:r>
          </a:p>
          <a:p>
            <a:pPr lvl="1"/>
            <a:r>
              <a:t>Generates PDF, Excel, CSV reports</a:t>
            </a:r>
          </a:p>
          <a:p>
            <a:pPr lvl="1"/>
            <a:r>
              <a:t>Creates executive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3.8+</a:t>
            </a:r>
          </a:p>
          <a:p>
            <a:pPr lvl="1"/>
            <a:r>
              <a:t>Pandas, NumPy, Matplotlib, Seaborn</a:t>
            </a:r>
          </a:p>
          <a:p>
            <a:pPr lvl="1"/>
            <a:r>
              <a:t>Streamlit for dashboards</a:t>
            </a:r>
          </a:p>
          <a:p>
            <a:pPr lvl="1"/>
            <a:r>
              <a:t>ReportLab &amp; OpenPyXL for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generation/loading</a:t>
            </a:r>
          </a:p>
          <a:p>
            <a:pPr lvl="1"/>
            <a:r>
              <a:t>Integration</a:t>
            </a:r>
          </a:p>
          <a:p>
            <a:pPr lvl="1"/>
            <a:r>
              <a:t>Metric calculation</a:t>
            </a:r>
          </a:p>
          <a:p>
            <a:pPr lvl="1"/>
            <a:r>
              <a:t>Risk assessment</a:t>
            </a:r>
          </a:p>
          <a:p>
            <a:pPr lvl="1"/>
            <a:r>
              <a:t>Report &amp; dashboard generation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dataset (CSV)</a:t>
            </a:r>
          </a:p>
          <a:p>
            <a:pPr lvl="1"/>
            <a:r>
              <a:t>Vessel metrics (CSV)</a:t>
            </a:r>
          </a:p>
          <a:p>
            <a:pPr lvl="1"/>
            <a:r>
              <a:t>Executive summary (TXT)</a:t>
            </a:r>
          </a:p>
          <a:p>
            <a:pPr lvl="1"/>
            <a:r>
              <a:t>PDF &amp; Excel reports</a:t>
            </a:r>
          </a:p>
          <a:p>
            <a:pPr lvl="1"/>
            <a:r>
              <a:t>Visual charts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data streaming</a:t>
            </a:r>
          </a:p>
          <a:p>
            <a:pPr lvl="1"/>
            <a:r>
              <a:t>Predictive maintenance using ML</a:t>
            </a:r>
          </a:p>
          <a:p>
            <a:pPr lvl="1"/>
            <a:r>
              <a:t>Advanced geospatial analytics</a:t>
            </a:r>
          </a:p>
          <a:p>
            <a:pPr lvl="1"/>
            <a:r>
              <a:t>API integrations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